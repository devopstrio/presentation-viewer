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0"/>
  </p:notesMasterIdLst>
  <p:sldIdLst>
    <p:sldId id="257" r:id="rId5"/>
    <p:sldId id="2142532186" r:id="rId6"/>
    <p:sldId id="2142532189" r:id="rId7"/>
    <p:sldId id="2142532188" r:id="rId8"/>
    <p:sldId id="272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265B"/>
    <a:srgbClr val="A6C9FF"/>
    <a:srgbClr val="FFFFFF"/>
    <a:srgbClr val="ED7D31"/>
    <a:srgbClr val="6E2C71"/>
    <a:srgbClr val="013045"/>
    <a:srgbClr val="D72E8F"/>
    <a:srgbClr val="DC4452"/>
    <a:srgbClr val="DA204F"/>
    <a:srgbClr val="267F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82CF60-D7B9-48EE-A710-8B9A7767C09D}" v="574" dt="2026-07-16T04:16:31.478"/>
    <p1510:client id="{D43A51B5-0ED0-1F27-B436-1D54E6C6DFFB}" v="115" dt="2026-07-15T14:21:41.04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kumar C" userId="423576c5-1c40-41ce-97ce-80d81f8cacc7" providerId="ADAL" clId="{0213AC6E-4725-452F-A57B-F803F5AAE4BB}"/>
    <pc:docChg chg="custSel modSld">
      <pc:chgData name="Krishnakumar C" userId="423576c5-1c40-41ce-97ce-80d81f8cacc7" providerId="ADAL" clId="{0213AC6E-4725-452F-A57B-F803F5AAE4BB}" dt="2026-07-16T04:16:31.478" v="576" actId="207"/>
      <pc:docMkLst>
        <pc:docMk/>
      </pc:docMkLst>
      <pc:sldChg chg="modSp mod">
        <pc:chgData name="Krishnakumar C" userId="423576c5-1c40-41ce-97ce-80d81f8cacc7" providerId="ADAL" clId="{0213AC6E-4725-452F-A57B-F803F5AAE4BB}" dt="2026-07-16T04:15:34.425" v="575" actId="20577"/>
        <pc:sldMkLst>
          <pc:docMk/>
          <pc:sldMk cId="2299017828" sldId="2142532188"/>
        </pc:sldMkLst>
        <pc:graphicFrameChg chg="modGraphic">
          <ac:chgData name="Krishnakumar C" userId="423576c5-1c40-41ce-97ce-80d81f8cacc7" providerId="ADAL" clId="{0213AC6E-4725-452F-A57B-F803F5AAE4BB}" dt="2026-07-16T04:15:34.425" v="575" actId="20577"/>
          <ac:graphicFrameMkLst>
            <pc:docMk/>
            <pc:sldMk cId="2299017828" sldId="2142532188"/>
            <ac:graphicFrameMk id="14" creationId="{01DD3F39-6072-5C4E-46E8-138A8F5F2368}"/>
          </ac:graphicFrameMkLst>
        </pc:graphicFrameChg>
      </pc:sldChg>
      <pc:sldChg chg="modSp mod">
        <pc:chgData name="Krishnakumar C" userId="423576c5-1c40-41ce-97ce-80d81f8cacc7" providerId="ADAL" clId="{0213AC6E-4725-452F-A57B-F803F5AAE4BB}" dt="2026-07-16T04:16:31.478" v="576" actId="207"/>
        <pc:sldMkLst>
          <pc:docMk/>
          <pc:sldMk cId="3889308745" sldId="2142532189"/>
        </pc:sldMkLst>
        <pc:spChg chg="mod">
          <ac:chgData name="Krishnakumar C" userId="423576c5-1c40-41ce-97ce-80d81f8cacc7" providerId="ADAL" clId="{0213AC6E-4725-452F-A57B-F803F5AAE4BB}" dt="2026-07-16T04:00:11.394" v="12" actId="14100"/>
          <ac:spMkLst>
            <pc:docMk/>
            <pc:sldMk cId="3889308745" sldId="2142532189"/>
            <ac:spMk id="238" creationId="{2AC34805-7591-1054-BF6B-01AAACDC37DE}"/>
          </ac:spMkLst>
        </pc:spChg>
        <pc:grpChg chg="mod">
          <ac:chgData name="Krishnakumar C" userId="423576c5-1c40-41ce-97ce-80d81f8cacc7" providerId="ADAL" clId="{0213AC6E-4725-452F-A57B-F803F5AAE4BB}" dt="2026-07-15T14:23:37.310" v="0" actId="14100"/>
          <ac:grpSpMkLst>
            <pc:docMk/>
            <pc:sldMk cId="3889308745" sldId="2142532189"/>
            <ac:grpSpMk id="5" creationId="{CD2A963D-F2B4-6EF9-EC52-DC438D54921A}"/>
          </ac:grpSpMkLst>
        </pc:grpChg>
        <pc:grpChg chg="mod">
          <ac:chgData name="Krishnakumar C" userId="423576c5-1c40-41ce-97ce-80d81f8cacc7" providerId="ADAL" clId="{0213AC6E-4725-452F-A57B-F803F5AAE4BB}" dt="2026-07-15T14:23:51.463" v="1" actId="14100"/>
          <ac:grpSpMkLst>
            <pc:docMk/>
            <pc:sldMk cId="3889308745" sldId="2142532189"/>
            <ac:grpSpMk id="7" creationId="{BB49028E-0F0D-9523-211B-3D6ED651FA1D}"/>
          </ac:grpSpMkLst>
        </pc:grpChg>
        <pc:graphicFrameChg chg="modGraphic">
          <ac:chgData name="Krishnakumar C" userId="423576c5-1c40-41ce-97ce-80d81f8cacc7" providerId="ADAL" clId="{0213AC6E-4725-452F-A57B-F803F5AAE4BB}" dt="2026-07-16T04:16:31.478" v="576" actId="207"/>
          <ac:graphicFrameMkLst>
            <pc:docMk/>
            <pc:sldMk cId="3889308745" sldId="2142532189"/>
            <ac:graphicFrameMk id="211" creationId="{3AE324CD-1829-89EA-0C27-E55A05CE22FA}"/>
          </ac:graphicFrameMkLst>
        </pc:graphicFrameChg>
        <pc:graphicFrameChg chg="mod modGraphic">
          <ac:chgData name="Krishnakumar C" userId="423576c5-1c40-41ce-97ce-80d81f8cacc7" providerId="ADAL" clId="{0213AC6E-4725-452F-A57B-F803F5AAE4BB}" dt="2026-07-16T04:07:58.943" v="289" actId="20577"/>
          <ac:graphicFrameMkLst>
            <pc:docMk/>
            <pc:sldMk cId="3889308745" sldId="2142532189"/>
            <ac:graphicFrameMk id="233" creationId="{C3F22F6F-00B1-EEEC-456C-07148262A584}"/>
          </ac:graphicFrameMkLst>
        </pc:graphicFrameChg>
        <pc:graphicFrameChg chg="mod modGraphic">
          <ac:chgData name="Krishnakumar C" userId="423576c5-1c40-41ce-97ce-80d81f8cacc7" providerId="ADAL" clId="{0213AC6E-4725-452F-A57B-F803F5AAE4BB}" dt="2026-07-16T04:14:45.515" v="564" actId="108"/>
          <ac:graphicFrameMkLst>
            <pc:docMk/>
            <pc:sldMk cId="3889308745" sldId="2142532189"/>
            <ac:graphicFrameMk id="236" creationId="{B3AA65AC-7184-E23A-942B-84CA094EB2F2}"/>
          </ac:graphicFrameMkLst>
        </pc:graphicFrameChg>
      </pc:sldChg>
    </pc:docChg>
  </pc:docChgLst>
  <pc:docChgLst>
    <pc:chgData name="Guest User" userId="S::urn:spo:tenantanon#25ba3ac9-8aea-4492-88ef-08ccd0042016::" providerId="AD" clId="Web-{D43A51B5-0ED0-1F27-B436-1D54E6C6DFFB}"/>
    <pc:docChg chg="addSld delSld modSld">
      <pc:chgData name="Guest User" userId="S::urn:spo:tenantanon#25ba3ac9-8aea-4492-88ef-08ccd0042016::" providerId="AD" clId="Web-{D43A51B5-0ED0-1F27-B436-1D54E6C6DFFB}" dt="2026-07-15T14:21:41.041" v="105"/>
      <pc:docMkLst>
        <pc:docMk/>
      </pc:docMkLst>
      <pc:sldChg chg="del">
        <pc:chgData name="Guest User" userId="S::urn:spo:tenantanon#25ba3ac9-8aea-4492-88ef-08ccd0042016::" providerId="AD" clId="Web-{D43A51B5-0ED0-1F27-B436-1D54E6C6DFFB}" dt="2026-07-15T14:07:54.978" v="0"/>
        <pc:sldMkLst>
          <pc:docMk/>
          <pc:sldMk cId="0" sldId="258"/>
        </pc:sldMkLst>
      </pc:sldChg>
      <pc:sldChg chg="del">
        <pc:chgData name="Guest User" userId="S::urn:spo:tenantanon#25ba3ac9-8aea-4492-88ef-08ccd0042016::" providerId="AD" clId="Web-{D43A51B5-0ED0-1F27-B436-1D54E6C6DFFB}" dt="2026-07-15T14:07:58.040" v="1"/>
        <pc:sldMkLst>
          <pc:docMk/>
          <pc:sldMk cId="0" sldId="259"/>
        </pc:sldMkLst>
      </pc:sldChg>
      <pc:sldChg chg="del">
        <pc:chgData name="Guest User" userId="S::urn:spo:tenantanon#25ba3ac9-8aea-4492-88ef-08ccd0042016::" providerId="AD" clId="Web-{D43A51B5-0ED0-1F27-B436-1D54E6C6DFFB}" dt="2026-07-15T14:07:59.759" v="2"/>
        <pc:sldMkLst>
          <pc:docMk/>
          <pc:sldMk cId="0" sldId="260"/>
        </pc:sldMkLst>
      </pc:sldChg>
      <pc:sldChg chg="del">
        <pc:chgData name="Guest User" userId="S::urn:spo:tenantanon#25ba3ac9-8aea-4492-88ef-08ccd0042016::" providerId="AD" clId="Web-{D43A51B5-0ED0-1F27-B436-1D54E6C6DFFB}" dt="2026-07-15T14:08:06.963" v="3"/>
        <pc:sldMkLst>
          <pc:docMk/>
          <pc:sldMk cId="0" sldId="270"/>
        </pc:sldMkLst>
      </pc:sldChg>
      <pc:sldChg chg="del">
        <pc:chgData name="Guest User" userId="S::urn:spo:tenantanon#25ba3ac9-8aea-4492-88ef-08ccd0042016::" providerId="AD" clId="Web-{D43A51B5-0ED0-1F27-B436-1D54E6C6DFFB}" dt="2026-07-15T14:08:10.556" v="4"/>
        <pc:sldMkLst>
          <pc:docMk/>
          <pc:sldMk cId="0" sldId="271"/>
        </pc:sldMkLst>
      </pc:sldChg>
      <pc:sldChg chg="del">
        <pc:chgData name="Guest User" userId="S::urn:spo:tenantanon#25ba3ac9-8aea-4492-88ef-08ccd0042016::" providerId="AD" clId="Web-{D43A51B5-0ED0-1F27-B436-1D54E6C6DFFB}" dt="2026-07-15T14:09:49.889" v="6"/>
        <pc:sldMkLst>
          <pc:docMk/>
          <pc:sldMk cId="2444870240" sldId="2142532187"/>
        </pc:sldMkLst>
      </pc:sldChg>
      <pc:sldChg chg="addSp delSp modSp add">
        <pc:chgData name="Guest User" userId="S::urn:spo:tenantanon#25ba3ac9-8aea-4492-88ef-08ccd0042016::" providerId="AD" clId="Web-{D43A51B5-0ED0-1F27-B436-1D54E6C6DFFB}" dt="2026-07-15T14:21:41.041" v="105"/>
        <pc:sldMkLst>
          <pc:docMk/>
          <pc:sldMk cId="3889308745" sldId="2142532189"/>
        </pc:sldMkLst>
        <pc:spChg chg="del mod">
          <ac:chgData name="Guest User" userId="S::urn:spo:tenantanon#25ba3ac9-8aea-4492-88ef-08ccd0042016::" providerId="AD" clId="Web-{D43A51B5-0ED0-1F27-B436-1D54E6C6DFFB}" dt="2026-07-15T14:15:47.356" v="54"/>
          <ac:spMkLst>
            <pc:docMk/>
            <pc:sldMk cId="3889308745" sldId="2142532189"/>
            <ac:spMk id="208" creationId="{0BAB4052-02E2-115A-1CF6-79107CEAF0EA}"/>
          </ac:spMkLst>
        </pc:spChg>
        <pc:spChg chg="mod">
          <ac:chgData name="Guest User" userId="S::urn:spo:tenantanon#25ba3ac9-8aea-4492-88ef-08ccd0042016::" providerId="AD" clId="Web-{D43A51B5-0ED0-1F27-B436-1D54E6C6DFFB}" dt="2026-07-15T14:17:02.031" v="60" actId="14100"/>
          <ac:spMkLst>
            <pc:docMk/>
            <pc:sldMk cId="3889308745" sldId="2142532189"/>
            <ac:spMk id="209" creationId="{5072E6B4-7C8C-2C1C-CBD5-985B5E6A83BD}"/>
          </ac:spMkLst>
        </pc:spChg>
        <pc:spChg chg="mod">
          <ac:chgData name="Guest User" userId="S::urn:spo:tenantanon#25ba3ac9-8aea-4492-88ef-08ccd0042016::" providerId="AD" clId="Web-{D43A51B5-0ED0-1F27-B436-1D54E6C6DFFB}" dt="2026-07-15T14:16:45.780" v="58" actId="1076"/>
          <ac:spMkLst>
            <pc:docMk/>
            <pc:sldMk cId="3889308745" sldId="2142532189"/>
            <ac:spMk id="210" creationId="{B740CFFD-7E5A-2D9A-35CE-4DEB29959267}"/>
          </ac:spMkLst>
        </pc:spChg>
        <pc:spChg chg="mod">
          <ac:chgData name="Guest User" userId="S::urn:spo:tenantanon#25ba3ac9-8aea-4492-88ef-08ccd0042016::" providerId="AD" clId="Web-{D43A51B5-0ED0-1F27-B436-1D54E6C6DFFB}" dt="2026-07-15T14:18:23.424" v="89" actId="14100"/>
          <ac:spMkLst>
            <pc:docMk/>
            <pc:sldMk cId="3889308745" sldId="2142532189"/>
            <ac:spMk id="212" creationId="{1D0F04F3-19E5-223D-A388-96CC9D712968}"/>
          </ac:spMkLst>
        </pc:spChg>
        <pc:spChg chg="mod">
          <ac:chgData name="Guest User" userId="S::urn:spo:tenantanon#25ba3ac9-8aea-4492-88ef-08ccd0042016::" providerId="AD" clId="Web-{D43A51B5-0ED0-1F27-B436-1D54E6C6DFFB}" dt="2026-07-15T14:18:17.909" v="88" actId="14100"/>
          <ac:spMkLst>
            <pc:docMk/>
            <pc:sldMk cId="3889308745" sldId="2142532189"/>
            <ac:spMk id="213" creationId="{0957128C-EDF5-CFBE-D666-63E548687AD6}"/>
          </ac:spMkLst>
        </pc:spChg>
        <pc:spChg chg="mod">
          <ac:chgData name="Guest User" userId="S::urn:spo:tenantanon#25ba3ac9-8aea-4492-88ef-08ccd0042016::" providerId="AD" clId="Web-{D43A51B5-0ED0-1F27-B436-1D54E6C6DFFB}" dt="2026-07-15T14:19:43.084" v="97" actId="14100"/>
          <ac:spMkLst>
            <pc:docMk/>
            <pc:sldMk cId="3889308745" sldId="2142532189"/>
            <ac:spMk id="214" creationId="{015ECF6F-CD6C-2A99-AB39-856805627369}"/>
          </ac:spMkLst>
        </pc:spChg>
        <pc:spChg chg="mod">
          <ac:chgData name="Guest User" userId="S::urn:spo:tenantanon#25ba3ac9-8aea-4492-88ef-08ccd0042016::" providerId="AD" clId="Web-{D43A51B5-0ED0-1F27-B436-1D54E6C6DFFB}" dt="2026-07-15T14:19:23.458" v="95" actId="1076"/>
          <ac:spMkLst>
            <pc:docMk/>
            <pc:sldMk cId="3889308745" sldId="2142532189"/>
            <ac:spMk id="215" creationId="{AA74CD19-7F67-9904-B195-4B14E02679C8}"/>
          </ac:spMkLst>
        </pc:spChg>
        <pc:spChg chg="mod">
          <ac:chgData name="Guest User" userId="S::urn:spo:tenantanon#25ba3ac9-8aea-4492-88ef-08ccd0042016::" providerId="AD" clId="Web-{D43A51B5-0ED0-1F27-B436-1D54E6C6DFFB}" dt="2026-07-15T14:13:44.351" v="16" actId="14100"/>
          <ac:spMkLst>
            <pc:docMk/>
            <pc:sldMk cId="3889308745" sldId="2142532189"/>
            <ac:spMk id="228" creationId="{9541254F-0B0A-1D50-4E36-5D395F660563}"/>
          </ac:spMkLst>
        </pc:spChg>
        <pc:spChg chg="mod">
          <ac:chgData name="Guest User" userId="S::urn:spo:tenantanon#25ba3ac9-8aea-4492-88ef-08ccd0042016::" providerId="AD" clId="Web-{D43A51B5-0ED0-1F27-B436-1D54E6C6DFFB}" dt="2026-07-15T14:13:58.461" v="19" actId="1076"/>
          <ac:spMkLst>
            <pc:docMk/>
            <pc:sldMk cId="3889308745" sldId="2142532189"/>
            <ac:spMk id="229" creationId="{880672E4-5EED-7D69-3140-B6DC67CF3700}"/>
          </ac:spMkLst>
        </pc:spChg>
        <pc:spChg chg="mod">
          <ac:chgData name="Guest User" userId="S::urn:spo:tenantanon#25ba3ac9-8aea-4492-88ef-08ccd0042016::" providerId="AD" clId="Web-{D43A51B5-0ED0-1F27-B436-1D54E6C6DFFB}" dt="2026-07-15T14:12:09.019" v="10" actId="14100"/>
          <ac:spMkLst>
            <pc:docMk/>
            <pc:sldMk cId="3889308745" sldId="2142532189"/>
            <ac:spMk id="238" creationId="{2AC34805-7591-1054-BF6B-01AAACDC37DE}"/>
          </ac:spMkLst>
        </pc:spChg>
        <pc:grpChg chg="add mod">
          <ac:chgData name="Guest User" userId="S::urn:spo:tenantanon#25ba3ac9-8aea-4492-88ef-08ccd0042016::" providerId="AD" clId="Web-{D43A51B5-0ED0-1F27-B436-1D54E6C6DFFB}" dt="2026-07-15T14:20:56.024" v="100" actId="14100"/>
          <ac:grpSpMkLst>
            <pc:docMk/>
            <pc:sldMk cId="3889308745" sldId="2142532189"/>
            <ac:grpSpMk id="2" creationId="{A5CFA3B1-770D-BC84-AE1B-6655F7D1BE2D}"/>
          </ac:grpSpMkLst>
        </pc:grpChg>
        <pc:grpChg chg="add mod">
          <ac:chgData name="Guest User" userId="S::urn:spo:tenantanon#25ba3ac9-8aea-4492-88ef-08ccd0042016::" providerId="AD" clId="Web-{D43A51B5-0ED0-1F27-B436-1D54E6C6DFFB}" dt="2026-07-15T14:21:19.869" v="103" actId="14100"/>
          <ac:grpSpMkLst>
            <pc:docMk/>
            <pc:sldMk cId="3889308745" sldId="2142532189"/>
            <ac:grpSpMk id="5" creationId="{CD2A963D-F2B4-6EF9-EC52-DC438D54921A}"/>
          </ac:grpSpMkLst>
        </pc:grpChg>
        <pc:grpChg chg="add mod">
          <ac:chgData name="Guest User" userId="S::urn:spo:tenantanon#25ba3ac9-8aea-4492-88ef-08ccd0042016::" providerId="AD" clId="Web-{D43A51B5-0ED0-1F27-B436-1D54E6C6DFFB}" dt="2026-07-15T14:21:30.729" v="104" actId="14100"/>
          <ac:grpSpMkLst>
            <pc:docMk/>
            <pc:sldMk cId="3889308745" sldId="2142532189"/>
            <ac:grpSpMk id="7" creationId="{BB49028E-0F0D-9523-211B-3D6ED651FA1D}"/>
          </ac:grpSpMkLst>
        </pc:grpChg>
        <pc:graphicFrameChg chg="mod modGraphic">
          <ac:chgData name="Guest User" userId="S::urn:spo:tenantanon#25ba3ac9-8aea-4492-88ef-08ccd0042016::" providerId="AD" clId="Web-{D43A51B5-0ED0-1F27-B436-1D54E6C6DFFB}" dt="2026-07-15T14:17:37.141" v="77"/>
          <ac:graphicFrameMkLst>
            <pc:docMk/>
            <pc:sldMk cId="3889308745" sldId="2142532189"/>
            <ac:graphicFrameMk id="211" creationId="{3AE324CD-1829-89EA-0C27-E55A05CE22FA}"/>
          </ac:graphicFrameMkLst>
        </pc:graphicFrameChg>
        <pc:graphicFrameChg chg="mod modGraphic">
          <ac:chgData name="Guest User" userId="S::urn:spo:tenantanon#25ba3ac9-8aea-4492-88ef-08ccd0042016::" providerId="AD" clId="Web-{D43A51B5-0ED0-1F27-B436-1D54E6C6DFFB}" dt="2026-07-15T14:21:07.368" v="101"/>
          <ac:graphicFrameMkLst>
            <pc:docMk/>
            <pc:sldMk cId="3889308745" sldId="2142532189"/>
            <ac:graphicFrameMk id="230" creationId="{F8C79D42-81B6-4A50-6C86-AB21BF42915A}"/>
          </ac:graphicFrameMkLst>
        </pc:graphicFrameChg>
        <pc:graphicFrameChg chg="mod modGraphic">
          <ac:chgData name="Guest User" userId="S::urn:spo:tenantanon#25ba3ac9-8aea-4492-88ef-08ccd0042016::" providerId="AD" clId="Web-{D43A51B5-0ED0-1F27-B436-1D54E6C6DFFB}" dt="2026-07-15T14:21:41.041" v="105"/>
          <ac:graphicFrameMkLst>
            <pc:docMk/>
            <pc:sldMk cId="3889308745" sldId="2142532189"/>
            <ac:graphicFrameMk id="233" creationId="{C3F22F6F-00B1-EEEC-456C-07148262A584}"/>
          </ac:graphicFrameMkLst>
        </pc:graphicFrameChg>
        <pc:graphicFrameChg chg="mod modGraphic">
          <ac:chgData name="Guest User" userId="S::urn:spo:tenantanon#25ba3ac9-8aea-4492-88ef-08ccd0042016::" providerId="AD" clId="Web-{D43A51B5-0ED0-1F27-B436-1D54E6C6DFFB}" dt="2026-07-15T14:17:09.078" v="61"/>
          <ac:graphicFrameMkLst>
            <pc:docMk/>
            <pc:sldMk cId="3889308745" sldId="2142532189"/>
            <ac:graphicFrameMk id="234" creationId="{58F7AA78-6B0B-7553-72DB-96BFC939E2D8}"/>
          </ac:graphicFrameMkLst>
        </pc:graphicFrameChg>
        <pc:graphicFrameChg chg="mod modGraphic">
          <ac:chgData name="Guest User" userId="S::urn:spo:tenantanon#25ba3ac9-8aea-4492-88ef-08ccd0042016::" providerId="AD" clId="Web-{D43A51B5-0ED0-1F27-B436-1D54E6C6DFFB}" dt="2026-07-15T14:19:52.787" v="99"/>
          <ac:graphicFrameMkLst>
            <pc:docMk/>
            <pc:sldMk cId="3889308745" sldId="2142532189"/>
            <ac:graphicFrameMk id="235" creationId="{1DDDA972-7052-3C60-64A2-C31F3A31B9D7}"/>
          </ac:graphicFrameMkLst>
        </pc:graphicFrameChg>
        <pc:graphicFrameChg chg="mod modGraphic">
          <ac:chgData name="Guest User" userId="S::urn:spo:tenantanon#25ba3ac9-8aea-4492-88ef-08ccd0042016::" providerId="AD" clId="Web-{D43A51B5-0ED0-1F27-B436-1D54E6C6DFFB}" dt="2026-07-15T14:18:40.769" v="91"/>
          <ac:graphicFrameMkLst>
            <pc:docMk/>
            <pc:sldMk cId="3889308745" sldId="2142532189"/>
            <ac:graphicFrameMk id="236" creationId="{B3AA65AC-7184-E23A-942B-84CA094EB2F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4" name="Shape 10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32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182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1719262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4159"/>
            <a:ext cx="12192000" cy="24384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xfrm>
            <a:off x="123570" y="136525"/>
            <a:ext cx="11961339" cy="5616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258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4159"/>
            <a:ext cx="12192000" cy="243841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1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14159"/>
            <a:ext cx="12192000" cy="243841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95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915275" cy="6857999"/>
          </a:xfrm>
          <a:noFill/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7915274" y="1"/>
            <a:ext cx="4276725" cy="6857998"/>
          </a:xfrm>
          <a:solidFill>
            <a:schemeClr val="tx1"/>
          </a:solidFill>
        </p:spPr>
        <p:txBody>
          <a:bodyPr vert="horz" lIns="365760" tIns="365760" rIns="365760" bIns="2926080" rtlCol="0" anchor="b" anchorCtr="0">
            <a:noAutofit/>
          </a:bodyPr>
          <a:lstStyle>
            <a:lvl1pPr>
              <a:lnSpc>
                <a:spcPct val="90000"/>
              </a:lnSpc>
              <a:defRPr lang="en-US" sz="3600" b="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Click to edit Title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7915275" y="4114800"/>
            <a:ext cx="4276725" cy="2743199"/>
          </a:xfrm>
        </p:spPr>
        <p:txBody>
          <a:bodyPr vert="horz" lIns="365760" tIns="0" rIns="365760" bIns="0" rtlCol="0">
            <a:noAutofit/>
          </a:bodyPr>
          <a:lstStyle>
            <a:lvl1pPr marL="0" indent="0">
              <a:buNone/>
              <a:defRPr lang="en-US" sz="1800" baseline="0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99145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6614159"/>
            <a:ext cx="12192000" cy="24384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61" r:id="rId9"/>
  </p:sldLayoutIdLst>
  <p:transition spd="med"/>
  <p:hf hdr="0" ft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Space Grotesk"/>
          <a:ea typeface="Space Grotesk"/>
          <a:cs typeface="Space Grotesk"/>
          <a:sym typeface="Space Grotesk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vopstrio.co.u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www.linkedin.com/company/10684552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10" descr="Graphic 10">
            <a:extLst>
              <a:ext uri="{FF2B5EF4-FFF2-40B4-BE49-F238E27FC236}">
                <a16:creationId xmlns:a16="http://schemas.microsoft.com/office/drawing/2014/main" id="{16AAE2D6-3F36-2129-6AB0-FF7A74EE39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305"/>
          <a:stretch/>
        </p:blipFill>
        <p:spPr>
          <a:xfrm>
            <a:off x="3101365" y="2272912"/>
            <a:ext cx="1715662" cy="2312176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259A6F-F03E-C07A-945D-64E1CB514663}"/>
              </a:ext>
            </a:extLst>
          </p:cNvPr>
          <p:cNvSpPr txBox="1"/>
          <p:nvPr/>
        </p:nvSpPr>
        <p:spPr>
          <a:xfrm>
            <a:off x="4525736" y="2744373"/>
            <a:ext cx="5510892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6600" b="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Devopstrio</a:t>
            </a:r>
            <a:endParaRPr lang="en-GB" sz="6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850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DF7B-2463-2250-CBBE-B73F2274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5274" y="1"/>
            <a:ext cx="4276725" cy="6857998"/>
          </a:xfrm>
          <a:solidFill>
            <a:schemeClr val="tx1"/>
          </a:solidFill>
        </p:spPr>
        <p:txBody>
          <a:bodyPr anchor="b">
            <a:normAutofit/>
          </a:bodyPr>
          <a:lstStyle/>
          <a:p>
            <a:r>
              <a:rPr lang="en-US" b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Daily Standup Meeting</a:t>
            </a:r>
            <a:endParaRPr lang="en-US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27C9EA99-0046-B9FF-EE4D-2D72CC9160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95176" y="6414760"/>
            <a:ext cx="258624" cy="248305"/>
          </a:xfrm>
        </p:spPr>
        <p:txBody>
          <a:bodyPr wrap="none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86CB4B4D-7CA3-9044-876B-883B54F8677D}" type="slidenum">
              <a:rPr lang="en-US" sz="11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1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C48A2-4320-E214-B02D-1808EA3BEF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5" r="17225"/>
          <a:stretch/>
        </p:blipFill>
        <p:spPr>
          <a:xfrm>
            <a:off x="-72888" y="-2"/>
            <a:ext cx="801127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46832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AD3D-A75B-DC45-918F-651447218F0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  <p:sp>
        <p:nvSpPr>
          <p:cNvPr id="209" name="Shape 2">
            <a:extLst>
              <a:ext uri="{FF2B5EF4-FFF2-40B4-BE49-F238E27FC236}">
                <a16:creationId xmlns:a16="http://schemas.microsoft.com/office/drawing/2014/main" id="{5072E6B4-7C8C-2C1C-CBD5-985B5E6A83BD}"/>
              </a:ext>
            </a:extLst>
          </p:cNvPr>
          <p:cNvSpPr/>
          <p:nvPr/>
        </p:nvSpPr>
        <p:spPr>
          <a:xfrm>
            <a:off x="159813" y="645531"/>
            <a:ext cx="6009410" cy="318256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0" name="Text 3">
            <a:extLst>
              <a:ext uri="{FF2B5EF4-FFF2-40B4-BE49-F238E27FC236}">
                <a16:creationId xmlns:a16="http://schemas.microsoft.com/office/drawing/2014/main" id="{B740CFFD-7E5A-2D9A-35CE-4DEB29959267}"/>
              </a:ext>
            </a:extLst>
          </p:cNvPr>
          <p:cNvSpPr/>
          <p:nvPr/>
        </p:nvSpPr>
        <p:spPr>
          <a:xfrm>
            <a:off x="214623" y="652396"/>
            <a:ext cx="3296591" cy="315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A.  KEY ACCOMPLISHMENTS THIS PERIOD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aphicFrame>
        <p:nvGraphicFramePr>
          <p:cNvPr id="211" name="Table 0">
            <a:extLst>
              <a:ext uri="{FF2B5EF4-FFF2-40B4-BE49-F238E27FC236}">
                <a16:creationId xmlns:a16="http://schemas.microsoft.com/office/drawing/2014/main" id="{3AE324CD-1829-89EA-0C27-E55A05CE2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215422"/>
              </p:ext>
            </p:extLst>
          </p:nvPr>
        </p:nvGraphicFramePr>
        <p:xfrm>
          <a:off x="161324" y="1663865"/>
          <a:ext cx="6004564" cy="2613152"/>
        </p:xfrm>
        <a:graphic>
          <a:graphicData uri="http://schemas.openxmlformats.org/drawingml/2006/table">
            <a:tbl>
              <a:tblPr/>
              <a:tblGrid>
                <a:gridCol w="3002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1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1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Action</a:t>
                      </a:r>
                      <a:endParaRPr lang="en-US" sz="11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Owner</a:t>
                      </a:r>
                      <a:endParaRPr lang="en-US" sz="11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Status</a:t>
                      </a:r>
                      <a:endParaRPr lang="en-US" sz="11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kumimoji="0" lang="en-GB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Meeting with the Outreach leads </a:t>
                      </a:r>
                      <a:endParaRPr lang="en-US" sz="11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/>
                          <a:ea typeface="Open Sans"/>
                          <a:cs typeface="Open Sans"/>
                        </a:rPr>
                        <a:t>KK, MK, VS, SS</a:t>
                      </a: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kumimoji="0" lang="en-GB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Initiated</a:t>
                      </a:r>
                      <a:endParaRPr lang="en-US" sz="11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kumimoji="0" lang="en-GB" sz="11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Workflow discussion </a:t>
                      </a:r>
                      <a:endParaRPr lang="en-US" sz="11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/>
                          <a:ea typeface="Open Sans"/>
                          <a:cs typeface="Open Sans"/>
                        </a:rPr>
                        <a:t>KK,VS, SS</a:t>
                      </a: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Completed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Exploration of the tools</a:t>
                      </a: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VS, SS</a:t>
                      </a: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InProgress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393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/>
                          <a:ea typeface="Open Sans"/>
                          <a:cs typeface="Open Sans"/>
                        </a:rPr>
                        <a:t>New interns exploring the </a:t>
                      </a:r>
                      <a:r>
                        <a:rPr lang="en-US" sz="1100" err="1">
                          <a:latin typeface="Open Sans"/>
                          <a:ea typeface="Open Sans"/>
                          <a:cs typeface="Open Sans"/>
                        </a:rPr>
                        <a:t>Devopstrio</a:t>
                      </a:r>
                      <a:r>
                        <a:rPr lang="en-US" sz="1100">
                          <a:latin typeface="Open Sans"/>
                          <a:ea typeface="Open Sans"/>
                          <a:cs typeface="Open Sans"/>
                        </a:rPr>
                        <a:t> products</a:t>
                      </a: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Interns</a:t>
                      </a: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InProgress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Exploring the Cloud landing zone solutions</a:t>
                      </a: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Suryaprakash</a:t>
                      </a: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err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Inprogress</a:t>
                      </a:r>
                      <a:endParaRPr lang="en-US" sz="11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70197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Bring your AI ideas and present</a:t>
                      </a: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All</a:t>
                      </a: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 Start</a:t>
                      </a: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04813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>
                          <a:latin typeface="Open Sans"/>
                          <a:ea typeface="Open Sans"/>
                          <a:cs typeface="Open Sans"/>
                        </a:rPr>
                        <a:t>Create a shared folder to put the tracker being maintained by the new team.</a:t>
                      </a:r>
                    </a:p>
                  </a:txBody>
                  <a:tcPr marL="76200" marR="76200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>
                          <a:latin typeface="Open Sans"/>
                          <a:ea typeface="Open Sans"/>
                          <a:cs typeface="Open Sans"/>
                        </a:rPr>
                        <a:t>SS, VS</a:t>
                      </a:r>
                    </a:p>
                  </a:txBody>
                  <a:tcPr marL="76200" marR="76200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00">
                          <a:latin typeface="Open Sans"/>
                          <a:ea typeface="Open Sans"/>
                          <a:cs typeface="Open Sans"/>
                        </a:rPr>
                        <a:t>Critical today</a:t>
                      </a:r>
                    </a:p>
                  </a:txBody>
                  <a:tcPr marL="76200" marR="76200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5255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1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6200" marR="76200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>
                      <a:solidFill>
                        <a:srgbClr val="DCE1E8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1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6200" marR="76200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>
                      <a:solidFill>
                        <a:srgbClr val="DCE1E8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110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76200" marR="76200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>
                      <a:solidFill>
                        <a:srgbClr val="DCE1E8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655140"/>
                  </a:ext>
                </a:extLst>
              </a:tr>
            </a:tbl>
          </a:graphicData>
        </a:graphic>
      </p:graphicFrame>
      <p:sp>
        <p:nvSpPr>
          <p:cNvPr id="212" name="Shape 6">
            <a:extLst>
              <a:ext uri="{FF2B5EF4-FFF2-40B4-BE49-F238E27FC236}">
                <a16:creationId xmlns:a16="http://schemas.microsoft.com/office/drawing/2014/main" id="{1D0F04F3-19E5-223D-A388-96CC9D712968}"/>
              </a:ext>
            </a:extLst>
          </p:cNvPr>
          <p:cNvSpPr/>
          <p:nvPr/>
        </p:nvSpPr>
        <p:spPr>
          <a:xfrm>
            <a:off x="159814" y="4186413"/>
            <a:ext cx="5994262" cy="349779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3" name="Text 7">
            <a:extLst>
              <a:ext uri="{FF2B5EF4-FFF2-40B4-BE49-F238E27FC236}">
                <a16:creationId xmlns:a16="http://schemas.microsoft.com/office/drawing/2014/main" id="{0957128C-EDF5-CFBE-D666-63E548687AD6}"/>
              </a:ext>
            </a:extLst>
          </p:cNvPr>
          <p:cNvSpPr/>
          <p:nvPr/>
        </p:nvSpPr>
        <p:spPr>
          <a:xfrm>
            <a:off x="180300" y="4172683"/>
            <a:ext cx="2795456" cy="33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1"/>
            <a:r>
              <a:rPr lang="en-US" sz="1200" b="1" kern="120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C.  ACTIVITIES BEHIND SCHEDULE</a:t>
            </a:r>
            <a:endParaRPr lang="en-US" sz="1200" kern="1200">
              <a:solidFill>
                <a:prstClr val="black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14" name="Shape 10">
            <a:extLst>
              <a:ext uri="{FF2B5EF4-FFF2-40B4-BE49-F238E27FC236}">
                <a16:creationId xmlns:a16="http://schemas.microsoft.com/office/drawing/2014/main" id="{015ECF6F-CD6C-2A99-AB39-856805627369}"/>
              </a:ext>
            </a:extLst>
          </p:cNvPr>
          <p:cNvSpPr/>
          <p:nvPr/>
        </p:nvSpPr>
        <p:spPr>
          <a:xfrm>
            <a:off x="180409" y="5132831"/>
            <a:ext cx="5966803" cy="315454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/>
        </p:spPr>
        <p:txBody>
          <a:bodyPr/>
          <a:lstStyle/>
          <a:p>
            <a:pPr hangingPunct="1"/>
            <a:endParaRPr lang="en-US" kern="1200">
              <a:solidFill>
                <a:prstClr val="black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15" name="Text 11">
            <a:extLst>
              <a:ext uri="{FF2B5EF4-FFF2-40B4-BE49-F238E27FC236}">
                <a16:creationId xmlns:a16="http://schemas.microsoft.com/office/drawing/2014/main" id="{AA74CD19-7F67-9904-B195-4B14E02679C8}"/>
              </a:ext>
            </a:extLst>
          </p:cNvPr>
          <p:cNvSpPr/>
          <p:nvPr/>
        </p:nvSpPr>
        <p:spPr>
          <a:xfrm>
            <a:off x="214623" y="5146560"/>
            <a:ext cx="3653564" cy="315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rPr>
              <a:t>D.  KEY ACTIVITIES PLANNED NEXT PERIOD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D2A963D-F2B4-6EF9-EC52-DC438D54921A}"/>
              </a:ext>
            </a:extLst>
          </p:cNvPr>
          <p:cNvGrpSpPr/>
          <p:nvPr/>
        </p:nvGrpSpPr>
        <p:grpSpPr>
          <a:xfrm>
            <a:off x="6290196" y="1313408"/>
            <a:ext cx="5750365" cy="370372"/>
            <a:chOff x="6476451" y="1313408"/>
            <a:chExt cx="5577840" cy="349778"/>
          </a:xfrm>
        </p:grpSpPr>
        <p:sp>
          <p:nvSpPr>
            <p:cNvPr id="228" name="Shape 26">
              <a:extLst>
                <a:ext uri="{FF2B5EF4-FFF2-40B4-BE49-F238E27FC236}">
                  <a16:creationId xmlns:a16="http://schemas.microsoft.com/office/drawing/2014/main" id="{9541254F-0B0A-1D50-4E36-5D395F660563}"/>
                </a:ext>
              </a:extLst>
            </p:cNvPr>
            <p:cNvSpPr/>
            <p:nvPr/>
          </p:nvSpPr>
          <p:spPr>
            <a:xfrm>
              <a:off x="6476451" y="1313408"/>
              <a:ext cx="5577840" cy="349778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29" name="Text 27">
              <a:extLst>
                <a:ext uri="{FF2B5EF4-FFF2-40B4-BE49-F238E27FC236}">
                  <a16:creationId xmlns:a16="http://schemas.microsoft.com/office/drawing/2014/main" id="{880672E4-5EED-7D69-3140-B6DC67CF3700}"/>
                </a:ext>
              </a:extLst>
            </p:cNvPr>
            <p:cNvSpPr/>
            <p:nvPr/>
          </p:nvSpPr>
          <p:spPr>
            <a:xfrm>
              <a:off x="6586179" y="1388923"/>
              <a:ext cx="1438547" cy="1918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E.  MILESTONES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</p:grpSp>
      <p:graphicFrame>
        <p:nvGraphicFramePr>
          <p:cNvPr id="230" name="Table 1">
            <a:extLst>
              <a:ext uri="{FF2B5EF4-FFF2-40B4-BE49-F238E27FC236}">
                <a16:creationId xmlns:a16="http://schemas.microsoft.com/office/drawing/2014/main" id="{F8C79D42-81B6-4A50-6C86-AB21BF429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3964"/>
              </p:ext>
            </p:extLst>
          </p:nvPr>
        </p:nvGraphicFramePr>
        <p:xfrm>
          <a:off x="6308810" y="1695621"/>
          <a:ext cx="5745936" cy="2681224"/>
        </p:xfrm>
        <a:graphic>
          <a:graphicData uri="http://schemas.openxmlformats.org/drawingml/2006/table">
            <a:tbl>
              <a:tblPr/>
              <a:tblGrid>
                <a:gridCol w="183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91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Individual Milestone Name</a:t>
                      </a:r>
                      <a:endParaRPr lang="en-US" sz="95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Planned Date</a:t>
                      </a:r>
                      <a:endParaRPr lang="en-US" sz="95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Projected Date</a:t>
                      </a:r>
                      <a:endParaRPr lang="en-US" sz="95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Status</a:t>
                      </a:r>
                      <a:endParaRPr lang="en-US" sz="95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Owner</a:t>
                      </a:r>
                      <a:endParaRPr lang="en-US" sz="95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Outreach Program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31 July 2026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endParaRPr lang="en-US" sz="95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WIP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KKK, MK, VS, SS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Tool selection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17 July 2026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endParaRPr lang="en-US" sz="95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WIP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chemeClr val="tx1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VA / SS</a:t>
                      </a: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endParaRPr lang="en-US" sz="95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endParaRPr lang="en-US" sz="95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endParaRPr lang="en-US" sz="95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endParaRPr lang="en-US" sz="95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endParaRPr lang="en-US" sz="95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9" marR="50799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9" marR="50799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9" marR="50799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9" marR="50799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9" marR="50799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6415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63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7545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4446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>
                      <a:solidFill>
                        <a:srgbClr val="DCE1E8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>
                      <a:solidFill>
                        <a:srgbClr val="DCE1E8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>
                      <a:solidFill>
                        <a:srgbClr val="DCE1E8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>
                      <a:solidFill>
                        <a:srgbClr val="DCE1E8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sz="950">
                        <a:latin typeface="Open Sans"/>
                        <a:ea typeface="Open Sans"/>
                        <a:cs typeface="Open Sans"/>
                      </a:endParaRPr>
                    </a:p>
                  </a:txBody>
                  <a:tcPr marL="50798" marR="50798" marT="25400" marB="25400" anchor="ctr">
                    <a:lnL w="9524">
                      <a:solidFill>
                        <a:srgbClr val="DCE1E8"/>
                      </a:solidFill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>
                      <a:solidFill>
                        <a:srgbClr val="DCE1E8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37891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B49028E-0F0D-9523-211B-3D6ED651FA1D}"/>
              </a:ext>
            </a:extLst>
          </p:cNvPr>
          <p:cNvGrpSpPr/>
          <p:nvPr/>
        </p:nvGrpSpPr>
        <p:grpSpPr>
          <a:xfrm>
            <a:off x="6290196" y="4536433"/>
            <a:ext cx="5764095" cy="349779"/>
            <a:chOff x="6263640" y="4392272"/>
            <a:chExt cx="5577840" cy="329184"/>
          </a:xfrm>
        </p:grpSpPr>
        <p:sp>
          <p:nvSpPr>
            <p:cNvPr id="231" name="Shape 28">
              <a:extLst>
                <a:ext uri="{FF2B5EF4-FFF2-40B4-BE49-F238E27FC236}">
                  <a16:creationId xmlns:a16="http://schemas.microsoft.com/office/drawing/2014/main" id="{97BFEEE3-324C-D276-E592-6559F1B66442}"/>
                </a:ext>
              </a:extLst>
            </p:cNvPr>
            <p:cNvSpPr/>
            <p:nvPr/>
          </p:nvSpPr>
          <p:spPr>
            <a:xfrm>
              <a:off x="6263640" y="4392272"/>
              <a:ext cx="5577840" cy="329184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32" name="Text 29">
              <a:extLst>
                <a:ext uri="{FF2B5EF4-FFF2-40B4-BE49-F238E27FC236}">
                  <a16:creationId xmlns:a16="http://schemas.microsoft.com/office/drawing/2014/main" id="{B030C8B4-2E84-1E0E-6C71-06F5EA8701C1}"/>
                </a:ext>
              </a:extLst>
            </p:cNvPr>
            <p:cNvSpPr/>
            <p:nvPr/>
          </p:nvSpPr>
          <p:spPr>
            <a:xfrm>
              <a:off x="6373368" y="4392272"/>
              <a:ext cx="53583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F.  KEY RISKS &amp; MITIGATION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</p:grpSp>
      <p:graphicFrame>
        <p:nvGraphicFramePr>
          <p:cNvPr id="233" name="Table 2">
            <a:extLst>
              <a:ext uri="{FF2B5EF4-FFF2-40B4-BE49-F238E27FC236}">
                <a16:creationId xmlns:a16="http://schemas.microsoft.com/office/drawing/2014/main" id="{C3F22F6F-00B1-EEEC-456C-07148262A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627952"/>
              </p:ext>
            </p:extLst>
          </p:nvPr>
        </p:nvGraphicFramePr>
        <p:xfrm>
          <a:off x="6304830" y="4908378"/>
          <a:ext cx="5743752" cy="1472382"/>
        </p:xfrm>
        <a:graphic>
          <a:graphicData uri="http://schemas.openxmlformats.org/drawingml/2006/table">
            <a:tbl>
              <a:tblPr/>
              <a:tblGrid>
                <a:gridCol w="2871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1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Risks to be addressed</a:t>
                      </a:r>
                      <a:endParaRPr lang="en-US" sz="100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Mitigation Plan</a:t>
                      </a:r>
                      <a:endParaRPr lang="en-US" sz="100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TOM — Tools to be finalized. This may impact the scheduled closure of the Outreach program.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Expedite the discussions. Involve Mani to take the decisions faster. Try to close by 17 July 2026.</a:t>
                      </a: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534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endParaRPr lang="en-US" sz="100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endParaRPr lang="en-US" sz="100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4" name="Table 0">
            <a:extLst>
              <a:ext uri="{FF2B5EF4-FFF2-40B4-BE49-F238E27FC236}">
                <a16:creationId xmlns:a16="http://schemas.microsoft.com/office/drawing/2014/main" id="{58F7AA78-6B0B-7553-72DB-96BFC939E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616179"/>
              </p:ext>
            </p:extLst>
          </p:nvPr>
        </p:nvGraphicFramePr>
        <p:xfrm>
          <a:off x="162079" y="1002174"/>
          <a:ext cx="5992510" cy="609600"/>
        </p:xfrm>
        <a:graphic>
          <a:graphicData uri="http://schemas.openxmlformats.org/drawingml/2006/table">
            <a:tbl>
              <a:tblPr/>
              <a:tblGrid>
                <a:gridCol w="5992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0352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1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Initiated discussion with Outreach leads on the Target Operating Model, Tools and Techniques</a:t>
                      </a:r>
                    </a:p>
                    <a:p>
                      <a:pPr marL="0" indent="0">
                        <a:buNone/>
                      </a:pPr>
                      <a:endParaRPr lang="en-US" sz="110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5" name="Table 0">
            <a:extLst>
              <a:ext uri="{FF2B5EF4-FFF2-40B4-BE49-F238E27FC236}">
                <a16:creationId xmlns:a16="http://schemas.microsoft.com/office/drawing/2014/main" id="{1DDDA972-7052-3C60-64A2-C31F3A31B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81513"/>
              </p:ext>
            </p:extLst>
          </p:nvPr>
        </p:nvGraphicFramePr>
        <p:xfrm>
          <a:off x="182674" y="5472943"/>
          <a:ext cx="5958847" cy="905076"/>
        </p:xfrm>
        <a:graphic>
          <a:graphicData uri="http://schemas.openxmlformats.org/drawingml/2006/table">
            <a:tbl>
              <a:tblPr/>
              <a:tblGrid>
                <a:gridCol w="5958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5076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ct val="100000"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11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New interns to explore the products and services catalogues — onboarding to start</a:t>
                      </a:r>
                      <a:endParaRPr lang="en-US" sz="1100">
                        <a:solidFill>
                          <a:schemeClr val="tx1"/>
                        </a:solidFill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6" name="Table 0">
            <a:extLst>
              <a:ext uri="{FF2B5EF4-FFF2-40B4-BE49-F238E27FC236}">
                <a16:creationId xmlns:a16="http://schemas.microsoft.com/office/drawing/2014/main" id="{B3AA65AC-7184-E23A-942B-84CA094EB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969481"/>
              </p:ext>
            </p:extLst>
          </p:nvPr>
        </p:nvGraphicFramePr>
        <p:xfrm>
          <a:off x="162079" y="4593833"/>
          <a:ext cx="5992462" cy="530352"/>
        </p:xfrm>
        <a:graphic>
          <a:graphicData uri="http://schemas.openxmlformats.org/drawingml/2006/table">
            <a:tbl>
              <a:tblPr/>
              <a:tblGrid>
                <a:gridCol w="2996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231">
                  <a:extLst>
                    <a:ext uri="{9D8B030D-6E8A-4147-A177-3AD203B41FA5}">
                      <a16:colId xmlns:a16="http://schemas.microsoft.com/office/drawing/2014/main" val="95341683"/>
                    </a:ext>
                  </a:extLst>
                </a:gridCol>
              </a:tblGrid>
              <a:tr h="530352">
                <a:tc>
                  <a:txBody>
                    <a:bodyPr/>
                    <a:lstStyle>
                      <a:lvl1pPr marL="0" marR="0" indent="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457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914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371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18288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22860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27432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32004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3657600" algn="r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171450" indent="-171450" algn="l"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150" b="1">
                          <a:solidFill>
                            <a:schemeClr val="tx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TOM tools to be finalized.</a:t>
                      </a:r>
                      <a:endParaRPr lang="en-US" sz="115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lang="en-US" sz="1150" b="1" i="0" u="none" strike="noStrike" cap="none" spc="0" baseline="0" err="1">
                          <a:solidFill>
                            <a:schemeClr val="tx1"/>
                          </a:solidFill>
                          <a:uFillTx/>
                          <a:latin typeface="Inter" pitchFamily="34" charset="0"/>
                          <a:ea typeface="Inter" pitchFamily="34" charset="-122"/>
                          <a:sym typeface="Calibri"/>
                        </a:rPr>
                        <a:t>Chalky’s</a:t>
                      </a:r>
                      <a:r>
                        <a:rPr lang="en-US" sz="1150" b="1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Inter" pitchFamily="34" charset="0"/>
                          <a:ea typeface="Inter" pitchFamily="34" charset="-122"/>
                          <a:sym typeface="Calibri"/>
                        </a:rPr>
                        <a:t> Outreach</a:t>
                      </a:r>
                    </a:p>
                  </a:txBody>
                  <a:tcPr marL="45720" marR="45720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DCE1E8"/>
                      </a:solidFill>
                    </a:lnR>
                    <a:lnT w="9524">
                      <a:solidFill>
                        <a:srgbClr val="DCE1E8"/>
                      </a:solidFill>
                    </a:lnT>
                    <a:lnB w="9524">
                      <a:solidFill>
                        <a:srgbClr val="DCE1E8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4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8" name="Text 0">
            <a:extLst>
              <a:ext uri="{FF2B5EF4-FFF2-40B4-BE49-F238E27FC236}">
                <a16:creationId xmlns:a16="http://schemas.microsoft.com/office/drawing/2014/main" id="{2AC34805-7591-1054-BF6B-01AAACDC37DE}"/>
              </a:ext>
            </a:extLst>
          </p:cNvPr>
          <p:cNvSpPr/>
          <p:nvPr/>
        </p:nvSpPr>
        <p:spPr>
          <a:xfrm>
            <a:off x="250813" y="98292"/>
            <a:ext cx="51977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Inter"/>
                <a:ea typeface="Inter"/>
                <a:cs typeface="Inter" pitchFamily="34" charset="-120"/>
              </a:rPr>
              <a:t>Daily Standup Review  16</a:t>
            </a:r>
            <a:r>
              <a:rPr kumimoji="0" lang="en-US" sz="2000" b="1" i="0" u="none" strike="noStrike" kern="1200" cap="none" spc="0" normalizeH="0" baseline="300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Inter"/>
                <a:ea typeface="Inter"/>
                <a:cs typeface="Inter" pitchFamily="34" charset="-120"/>
              </a:rPr>
              <a:t>th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Inter"/>
                <a:ea typeface="Inter"/>
                <a:cs typeface="Inter" pitchFamily="34" charset="-120"/>
              </a:rPr>
              <a:t>  July 2026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Inter"/>
              <a:ea typeface="Inter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CFA3B1-770D-BC84-AE1B-6655F7D1BE2D}"/>
              </a:ext>
            </a:extLst>
          </p:cNvPr>
          <p:cNvGrpSpPr/>
          <p:nvPr/>
        </p:nvGrpSpPr>
        <p:grpSpPr>
          <a:xfrm>
            <a:off x="6304830" y="102026"/>
            <a:ext cx="5749461" cy="1210966"/>
            <a:chOff x="6263640" y="1159215"/>
            <a:chExt cx="5577840" cy="1210966"/>
          </a:xfrm>
        </p:grpSpPr>
        <p:sp>
          <p:nvSpPr>
            <p:cNvPr id="216" name="Shape 14">
              <a:extLst>
                <a:ext uri="{FF2B5EF4-FFF2-40B4-BE49-F238E27FC236}">
                  <a16:creationId xmlns:a16="http://schemas.microsoft.com/office/drawing/2014/main" id="{B23D3B2D-55C3-E172-39D3-FFD7B0E5E70D}"/>
                </a:ext>
              </a:extLst>
            </p:cNvPr>
            <p:cNvSpPr/>
            <p:nvPr/>
          </p:nvSpPr>
          <p:spPr>
            <a:xfrm>
              <a:off x="6263640" y="1159215"/>
              <a:ext cx="5577840" cy="329184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17" name="Text 15">
              <a:extLst>
                <a:ext uri="{FF2B5EF4-FFF2-40B4-BE49-F238E27FC236}">
                  <a16:creationId xmlns:a16="http://schemas.microsoft.com/office/drawing/2014/main" id="{0052C6A1-969C-A1DF-FA99-A876584F7079}"/>
                </a:ext>
              </a:extLst>
            </p:cNvPr>
            <p:cNvSpPr/>
            <p:nvPr/>
          </p:nvSpPr>
          <p:spPr>
            <a:xfrm>
              <a:off x="6373368" y="1159215"/>
              <a:ext cx="53583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PROJECT METRICS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18" name="Shape 16">
              <a:extLst>
                <a:ext uri="{FF2B5EF4-FFF2-40B4-BE49-F238E27FC236}">
                  <a16:creationId xmlns:a16="http://schemas.microsoft.com/office/drawing/2014/main" id="{61A55ACD-BD83-B065-8CFC-3F5CE91DD100}"/>
                </a:ext>
              </a:extLst>
            </p:cNvPr>
            <p:cNvSpPr/>
            <p:nvPr/>
          </p:nvSpPr>
          <p:spPr>
            <a:xfrm>
              <a:off x="6263640" y="1501501"/>
              <a:ext cx="5577840" cy="868680"/>
            </a:xfrm>
            <a:prstGeom prst="roundRect">
              <a:avLst>
                <a:gd name="adj" fmla="val 6316"/>
              </a:avLst>
            </a:prstGeom>
            <a:solidFill>
              <a:srgbClr val="F4F5F8"/>
            </a:solidFill>
            <a:ln w="9525">
              <a:solidFill>
                <a:srgbClr val="DCE1E8"/>
              </a:solidFill>
              <a:prstDash val="solid"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19" name="Text 17">
              <a:extLst>
                <a:ext uri="{FF2B5EF4-FFF2-40B4-BE49-F238E27FC236}">
                  <a16:creationId xmlns:a16="http://schemas.microsoft.com/office/drawing/2014/main" id="{4C824CDC-4A74-013D-3EBE-AD759A81F618}"/>
                </a:ext>
              </a:extLst>
            </p:cNvPr>
            <p:cNvSpPr/>
            <p:nvPr/>
          </p:nvSpPr>
          <p:spPr>
            <a:xfrm>
              <a:off x="6446520" y="1570695"/>
              <a:ext cx="16002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hangingPunct="1"/>
              <a:r>
                <a:rPr lang="en-US" sz="1050" b="1" kern="1200">
                  <a:solidFill>
                    <a:srgbClr val="1B2A4A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SCOPE</a:t>
              </a:r>
              <a:endParaRPr lang="en-US" sz="1050" kern="120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22" name="Text 20">
              <a:extLst>
                <a:ext uri="{FF2B5EF4-FFF2-40B4-BE49-F238E27FC236}">
                  <a16:creationId xmlns:a16="http://schemas.microsoft.com/office/drawing/2014/main" id="{73404D23-F3AC-33E7-D8CC-7BBD117BDA03}"/>
                </a:ext>
              </a:extLst>
            </p:cNvPr>
            <p:cNvSpPr/>
            <p:nvPr/>
          </p:nvSpPr>
          <p:spPr>
            <a:xfrm>
              <a:off x="8183880" y="1570695"/>
              <a:ext cx="16002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hangingPunct="1"/>
              <a:r>
                <a:rPr lang="en-US" sz="1050" b="1" kern="1200">
                  <a:solidFill>
                    <a:srgbClr val="1B2A4A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SCHEDULE</a:t>
              </a:r>
              <a:endParaRPr lang="en-US" sz="1050" kern="120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25" name="Text 23">
              <a:extLst>
                <a:ext uri="{FF2B5EF4-FFF2-40B4-BE49-F238E27FC236}">
                  <a16:creationId xmlns:a16="http://schemas.microsoft.com/office/drawing/2014/main" id="{9D21AE36-508A-9793-E0C7-29352C9265DA}"/>
                </a:ext>
              </a:extLst>
            </p:cNvPr>
            <p:cNvSpPr/>
            <p:nvPr/>
          </p:nvSpPr>
          <p:spPr>
            <a:xfrm>
              <a:off x="9921240" y="1570695"/>
              <a:ext cx="16002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hangingPunct="1"/>
              <a:r>
                <a:rPr lang="en-US" sz="1050" b="1" kern="1200">
                  <a:solidFill>
                    <a:srgbClr val="1B2A4A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QUALITY</a:t>
              </a:r>
              <a:endParaRPr lang="en-US" sz="1050" kern="1200">
                <a:solidFill>
                  <a:prstClr val="black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3" name="Shape 18">
              <a:extLst>
                <a:ext uri="{FF2B5EF4-FFF2-40B4-BE49-F238E27FC236}">
                  <a16:creationId xmlns:a16="http://schemas.microsoft.com/office/drawing/2014/main" id="{B15E1A21-A90E-6B68-DB58-161A7B2FC436}"/>
                </a:ext>
              </a:extLst>
            </p:cNvPr>
            <p:cNvSpPr/>
            <p:nvPr/>
          </p:nvSpPr>
          <p:spPr>
            <a:xfrm>
              <a:off x="6517958" y="1839737"/>
              <a:ext cx="1600200" cy="365760"/>
            </a:xfrm>
            <a:prstGeom prst="roundRect">
              <a:avLst>
                <a:gd name="adj" fmla="val 20000"/>
              </a:avLst>
            </a:pr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21">
              <a:extLst>
                <a:ext uri="{FF2B5EF4-FFF2-40B4-BE49-F238E27FC236}">
                  <a16:creationId xmlns:a16="http://schemas.microsoft.com/office/drawing/2014/main" id="{BB775DD1-149A-A62B-27ED-D1D21B2DB591}"/>
                </a:ext>
              </a:extLst>
            </p:cNvPr>
            <p:cNvSpPr/>
            <p:nvPr/>
          </p:nvSpPr>
          <p:spPr>
            <a:xfrm>
              <a:off x="8255318" y="1839737"/>
              <a:ext cx="1600200" cy="365760"/>
            </a:xfrm>
            <a:prstGeom prst="roundRect">
              <a:avLst>
                <a:gd name="adj" fmla="val 20000"/>
              </a:avLst>
            </a:pr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24">
              <a:extLst>
                <a:ext uri="{FF2B5EF4-FFF2-40B4-BE49-F238E27FC236}">
                  <a16:creationId xmlns:a16="http://schemas.microsoft.com/office/drawing/2014/main" id="{CC79B653-972B-218C-53AC-80AFA4943DC2}"/>
                </a:ext>
              </a:extLst>
            </p:cNvPr>
            <p:cNvSpPr/>
            <p:nvPr/>
          </p:nvSpPr>
          <p:spPr>
            <a:xfrm>
              <a:off x="9992678" y="1839737"/>
              <a:ext cx="1600200" cy="365760"/>
            </a:xfrm>
            <a:prstGeom prst="roundRect">
              <a:avLst>
                <a:gd name="adj" fmla="val 20000"/>
              </a:avLst>
            </a:prstGeom>
            <a:noFill/>
            <a:ln>
              <a:solidFill>
                <a:schemeClr val="tx1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93087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0C42-3764-A1A5-6624-3A2B9009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A306D2-87C4-92DD-6AE5-921FD9E93945}"/>
              </a:ext>
            </a:extLst>
          </p:cNvPr>
          <p:cNvSpPr txBox="1">
            <a:spLocks/>
          </p:cNvSpPr>
          <p:nvPr/>
        </p:nvSpPr>
        <p:spPr>
          <a:xfrm>
            <a:off x="0" y="142790"/>
            <a:ext cx="12192000" cy="400109"/>
          </a:xfrm>
          <a:prstGeom prst="rect">
            <a:avLst/>
          </a:prstGeom>
          <a:noFill/>
          <a:ln>
            <a:noFill/>
          </a:ln>
        </p:spPr>
        <p:txBody>
          <a:bodyPr vert="horz" wrap="square" lIns="45708" tIns="45708" rIns="45708" bIns="45708" numCol="1" rtlCol="0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4D4D4D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300">
                <a:solidFill>
                  <a:srgbClr val="002A4A"/>
                </a:solidFill>
                <a:latin typeface="HelveticaNeue Condensed"/>
                <a:ea typeface="ＭＳ Ｐゴシック"/>
                <a:cs typeface="ＭＳ Ｐゴシック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300">
                <a:solidFill>
                  <a:srgbClr val="002A4A"/>
                </a:solidFill>
                <a:latin typeface="HelveticaNeue Condensed"/>
                <a:ea typeface="ＭＳ Ｐゴシック"/>
                <a:cs typeface="ＭＳ Ｐゴシック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300">
                <a:solidFill>
                  <a:srgbClr val="002A4A"/>
                </a:solidFill>
                <a:latin typeface="HelveticaNeue Condensed"/>
                <a:ea typeface="ＭＳ Ｐゴシック"/>
                <a:cs typeface="ＭＳ Ｐゴシック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300">
                <a:solidFill>
                  <a:srgbClr val="002A4A"/>
                </a:solidFill>
                <a:latin typeface="HelveticaNeue Condensed"/>
                <a:ea typeface="ＭＳ Ｐゴシック"/>
                <a:cs typeface="ＭＳ Ｐゴシック"/>
              </a:defRPr>
            </a:lvl5pPr>
            <a:lvl6pPr marL="608548" algn="l" rtl="0" eaLnBrk="1" fontAlgn="base" hangingPunct="1">
              <a:spcBef>
                <a:spcPct val="0"/>
              </a:spcBef>
              <a:spcAft>
                <a:spcPct val="0"/>
              </a:spcAft>
              <a:defRPr sz="4300">
                <a:solidFill>
                  <a:srgbClr val="002A4A"/>
                </a:solidFill>
                <a:latin typeface="HelveticaNeue Condensed"/>
                <a:ea typeface="ＭＳ Ｐゴシック"/>
                <a:cs typeface="ＭＳ Ｐゴシック"/>
              </a:defRPr>
            </a:lvl6pPr>
            <a:lvl7pPr marL="1217097" algn="l" rtl="0" eaLnBrk="1" fontAlgn="base" hangingPunct="1">
              <a:spcBef>
                <a:spcPct val="0"/>
              </a:spcBef>
              <a:spcAft>
                <a:spcPct val="0"/>
              </a:spcAft>
              <a:defRPr sz="4300">
                <a:solidFill>
                  <a:srgbClr val="002A4A"/>
                </a:solidFill>
                <a:latin typeface="HelveticaNeue Condensed"/>
                <a:ea typeface="ＭＳ Ｐゴシック"/>
                <a:cs typeface="ＭＳ Ｐゴシック"/>
              </a:defRPr>
            </a:lvl7pPr>
            <a:lvl8pPr marL="1825644" algn="l" rtl="0" eaLnBrk="1" fontAlgn="base" hangingPunct="1">
              <a:spcBef>
                <a:spcPct val="0"/>
              </a:spcBef>
              <a:spcAft>
                <a:spcPct val="0"/>
              </a:spcAft>
              <a:defRPr sz="4300">
                <a:solidFill>
                  <a:srgbClr val="002A4A"/>
                </a:solidFill>
                <a:latin typeface="HelveticaNeue Condensed"/>
                <a:ea typeface="ＭＳ Ｐゴシック"/>
                <a:cs typeface="ＭＳ Ｐゴシック"/>
              </a:defRPr>
            </a:lvl8pPr>
            <a:lvl9pPr marL="2434193" algn="l" rtl="0" eaLnBrk="1" fontAlgn="base" hangingPunct="1">
              <a:spcBef>
                <a:spcPct val="0"/>
              </a:spcBef>
              <a:spcAft>
                <a:spcPct val="0"/>
              </a:spcAft>
              <a:defRPr sz="4300">
                <a:solidFill>
                  <a:srgbClr val="002A4A"/>
                </a:solidFill>
                <a:latin typeface="HelveticaNeue Condensed"/>
                <a:ea typeface="ＭＳ Ｐゴシック"/>
                <a:cs typeface="ＭＳ Ｐゴシック"/>
              </a:defRPr>
            </a:lvl9pPr>
          </a:lstStyle>
          <a:p>
            <a:pPr algn="ctr" defTabSz="914156">
              <a:defRPr/>
            </a:pPr>
            <a:r>
              <a:rPr lang="en-US" sz="2800">
                <a:solidFill>
                  <a:srgbClr val="002060"/>
                </a:solidFill>
                <a:latin typeface="Calibri" panose="020F0502020204030204" pitchFamily="34" charset="0"/>
              </a:rPr>
              <a:t>Communications and Help Needed</a:t>
            </a:r>
            <a:endParaRPr lang="en-US" sz="2800" kern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0318AE4-E0E4-9764-F9F5-9D05E7F49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542064"/>
              </p:ext>
            </p:extLst>
          </p:nvPr>
        </p:nvGraphicFramePr>
        <p:xfrm>
          <a:off x="348455" y="3122535"/>
          <a:ext cx="11495090" cy="2075360"/>
        </p:xfrm>
        <a:graphic>
          <a:graphicData uri="http://schemas.openxmlformats.org/drawingml/2006/table">
            <a:tbl>
              <a:tblPr/>
              <a:tblGrid>
                <a:gridCol w="1149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9805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Escalations to the Management</a:t>
                      </a:r>
                    </a:p>
                  </a:txBody>
                  <a:tcPr marL="44312" marR="44312" marT="14412" marB="14412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5555">
                <a:tc>
                  <a:txBody>
                    <a:bodyPr/>
                    <a:lstStyle/>
                    <a:p>
                      <a:pPr marL="171450" marR="0" lvl="0" indent="-17145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en-GB" sz="18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4312" marR="44312" marT="14412" marB="14412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1DD3F39-6072-5C4E-46E8-138A8F5F2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06315"/>
              </p:ext>
            </p:extLst>
          </p:nvPr>
        </p:nvGraphicFramePr>
        <p:xfrm>
          <a:off x="348455" y="795037"/>
          <a:ext cx="11495090" cy="2075360"/>
        </p:xfrm>
        <a:graphic>
          <a:graphicData uri="http://schemas.openxmlformats.org/drawingml/2006/table">
            <a:tbl>
              <a:tblPr/>
              <a:tblGrid>
                <a:gridCol w="11495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9805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Action initiated from the Senior Management</a:t>
                      </a:r>
                    </a:p>
                  </a:txBody>
                  <a:tcPr marL="44312" marR="44312" marT="14412" marB="14412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5555">
                <a:tc>
                  <a:txBody>
                    <a:bodyPr/>
                    <a:lstStyle/>
                    <a:p>
                      <a:pPr marL="285750" marR="0" lvl="0" indent="-28575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Saga / Serma - Setup a meeting on 16</a:t>
                      </a:r>
                      <a:r>
                        <a:rPr kumimoji="0" lang="en-GB" sz="1800" b="0" i="0" u="none" strike="noStrike" kern="1200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</a:t>
                      </a:r>
                      <a:r>
                        <a:rPr kumimoji="0" lang="en-GB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July to discuss the TOM tools and propose the requirements – 2 PM</a:t>
                      </a:r>
                    </a:p>
                    <a:p>
                      <a:pPr marL="285750" marR="0" lvl="0" indent="-28575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Kishore – Setup a meeting on 16</a:t>
                      </a:r>
                      <a:r>
                        <a:rPr kumimoji="0" lang="en-GB" sz="1800" b="0" i="0" u="none" strike="noStrike" kern="1200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</a:t>
                      </a:r>
                      <a:r>
                        <a:rPr kumimoji="0" lang="en-GB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July to discuss the AI driven Cyber solution platform – 2:30 PM</a:t>
                      </a:r>
                    </a:p>
                    <a:p>
                      <a:pPr marL="285750" marR="0" lvl="0" indent="-28575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Subbiah – Outreach program of 8 products – 3:00 PM</a:t>
                      </a:r>
                    </a:p>
                    <a:p>
                      <a:pPr marL="285750" marR="0" lvl="0" indent="-28575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Serma / Oviya – </a:t>
                      </a:r>
                      <a:r>
                        <a:rPr kumimoji="0" lang="en-GB" sz="18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Chalky’s</a:t>
                      </a:r>
                      <a:r>
                        <a:rPr kumimoji="0" lang="en-GB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Outreach program – 4:00 PM</a:t>
                      </a:r>
                    </a:p>
                  </a:txBody>
                  <a:tcPr marL="44312" marR="44312" marT="14412" marB="14412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901782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E24FD4-8153-3DCE-C678-0B7C0CD6D46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5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06248-A5A3-0353-2B02-0FBC2E0905E1}"/>
              </a:ext>
            </a:extLst>
          </p:cNvPr>
          <p:cNvSpPr txBox="1"/>
          <p:nvPr/>
        </p:nvSpPr>
        <p:spPr>
          <a:xfrm>
            <a:off x="1484878" y="1853155"/>
            <a:ext cx="10108408" cy="2246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endParaRPr lang="en-GB" sz="2800" b="1"/>
          </a:p>
          <a:p>
            <a:pPr>
              <a:buNone/>
            </a:pPr>
            <a:r>
              <a:rPr lang="en-GB" sz="2800" b="1">
                <a:solidFill>
                  <a:srgbClr val="FFFF00"/>
                </a:solidFill>
              </a:rPr>
              <a:t>Thank You!</a:t>
            </a:r>
            <a:br>
              <a:rPr lang="en-GB" sz="2800"/>
            </a:br>
            <a:r>
              <a:rPr lang="en-GB" sz="2800" b="1">
                <a:solidFill>
                  <a:schemeClr val="bg1"/>
                </a:solidFill>
              </a:rPr>
              <a:t>Let’s Discuss </a:t>
            </a:r>
          </a:p>
          <a:p>
            <a:pPr>
              <a:buNone/>
            </a:pPr>
            <a:endParaRPr lang="en-GB" sz="2800" b="1">
              <a:solidFill>
                <a:schemeClr val="bg1"/>
              </a:solidFill>
            </a:endParaRPr>
          </a:p>
          <a:p>
            <a:pPr>
              <a:buNone/>
            </a:pPr>
            <a:r>
              <a:rPr lang="en-GB" sz="2800" b="1">
                <a:solidFill>
                  <a:schemeClr val="bg1"/>
                </a:solidFill>
              </a:rPr>
              <a:t>How We Can Accelerate Your Transformation Journey</a:t>
            </a:r>
            <a:endParaRPr lang="en-GB" sz="28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B13874-C601-621D-E202-7C58C839443A}"/>
              </a:ext>
            </a:extLst>
          </p:cNvPr>
          <p:cNvSpPr txBox="1"/>
          <p:nvPr/>
        </p:nvSpPr>
        <p:spPr>
          <a:xfrm>
            <a:off x="737507" y="5338583"/>
            <a:ext cx="61341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1800" b="1">
                <a:solidFill>
                  <a:schemeClr val="bg1"/>
                </a:solidFill>
              </a:rPr>
              <a:t>Contact:</a:t>
            </a:r>
            <a:br>
              <a:rPr lang="en-GB" sz="1800">
                <a:solidFill>
                  <a:schemeClr val="bg1"/>
                </a:solidFill>
              </a:rPr>
            </a:br>
            <a:r>
              <a:rPr lang="en-GB" sz="1800">
                <a:solidFill>
                  <a:schemeClr val="bg1"/>
                </a:solidFill>
              </a:rPr>
              <a:t>📧 info@</a:t>
            </a:r>
            <a:r>
              <a:rPr lang="en-GB">
                <a:solidFill>
                  <a:schemeClr val="bg1"/>
                </a:solidFill>
              </a:rPr>
              <a:t>d</a:t>
            </a:r>
            <a:r>
              <a:rPr lang="en-GB" sz="1800">
                <a:solidFill>
                  <a:schemeClr val="bg1"/>
                </a:solidFill>
              </a:rPr>
              <a:t>evopstrio</a:t>
            </a:r>
            <a:r>
              <a:rPr lang="en-GB">
                <a:solidFill>
                  <a:schemeClr val="bg1"/>
                </a:solidFill>
              </a:rPr>
              <a:t>global.com</a:t>
            </a:r>
            <a:br>
              <a:rPr lang="en-GB" sz="1800">
                <a:solidFill>
                  <a:schemeClr val="bg1"/>
                </a:solidFill>
              </a:rPr>
            </a:br>
            <a:r>
              <a:rPr lang="en-GB" sz="1800">
                <a:solidFill>
                  <a:schemeClr val="bg1"/>
                </a:solidFill>
              </a:rPr>
              <a:t>🌐 </a:t>
            </a:r>
            <a:r>
              <a:rPr lang="en-GB" sz="180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www.devopstrio.co.uk</a:t>
            </a:r>
            <a:r>
              <a:rPr lang="en-GB">
                <a:solidFill>
                  <a:schemeClr val="bg1"/>
                </a:solidFill>
              </a:rPr>
              <a:t> </a:t>
            </a:r>
          </a:p>
          <a:p>
            <a:r>
              <a:rPr lang="en-GB">
                <a:solidFill>
                  <a:schemeClr val="bg1"/>
                </a:solidFill>
              </a:rPr>
              <a:t>       </a:t>
            </a:r>
            <a:r>
              <a:rPr lang="en-GB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r>
              <a:rPr lang="en-GB">
                <a:solidFill>
                  <a:schemeClr val="bg1"/>
                </a:solidFill>
              </a:rPr>
              <a:t> </a:t>
            </a:r>
            <a:endParaRPr lang="en-GB" sz="1800">
              <a:solidFill>
                <a:schemeClr val="bg1"/>
              </a:solidFill>
            </a:endParaRPr>
          </a:p>
          <a:p>
            <a:endParaRPr lang="en-GB">
              <a:solidFill>
                <a:schemeClr val="bg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BBA37E8-5546-66E9-D34C-637D3081F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40" y="6261385"/>
            <a:ext cx="225776" cy="2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445A6CE15AF84E838C71496E25B53A" ma:contentTypeVersion="3" ma:contentTypeDescription="Create a new document." ma:contentTypeScope="" ma:versionID="71db3f8e099a92d9d860bcd5c9cc41a7">
  <xsd:schema xmlns:xsd="http://www.w3.org/2001/XMLSchema" xmlns:xs="http://www.w3.org/2001/XMLSchema" xmlns:p="http://schemas.microsoft.com/office/2006/metadata/properties" xmlns:ns2="e683fe69-7f93-425d-84af-58555128f80e" targetNamespace="http://schemas.microsoft.com/office/2006/metadata/properties" ma:root="true" ma:fieldsID="d5b03f0bd2b79a34716efdf8bad8ea31" ns2:_="">
    <xsd:import namespace="e683fe69-7f93-425d-84af-58555128f8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3fe69-7f93-425d-84af-58555128f8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6F407C-CC79-43FB-B6F0-D56501B0D997}">
  <ds:schemaRefs>
    <ds:schemaRef ds:uri="e683fe69-7f93-425d-84af-58555128f80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F3C9760-1171-4099-9561-6FBE35FC560B}">
  <ds:schemaRefs>
    <ds:schemaRef ds:uri="e683fe69-7f93-425d-84af-58555128f8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DEFA6AD-F02B-4F92-8F16-CD1D1BD4E42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5ba3ac9-8aea-4492-88ef-08ccd0042016}" enabled="0" method="" siteId="{25ba3ac9-8aea-4492-88ef-08ccd004201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Black and Blue Festive Flat Illustration Visual Brand Audit Presentation</Template>
  <Application>Microsoft Office PowerPoint</Application>
  <PresentationFormat>Widescreen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Daily Standup Meeting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Profile</dc:title>
  <dc:subject>Devopstrio Master</dc:subject>
  <dc:creator>Devopstrio ltd</dc:creator>
  <cp:keywords>Profile</cp:keywords>
  <cp:revision>1</cp:revision>
  <dcterms:modified xsi:type="dcterms:W3CDTF">2026-07-16T04:16:38Z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0x01010072445A6CE15AF84E838C71496E25B53A</vt:lpwstr>
  </property>
  <property fmtid="{D5CDD505-2E9C-101B-9397-08002B2CF9AE}" pid="3" name="MediaServiceImageTags">
    <vt:lpwstr/>
  </property>
  <property fmtid="{D5CDD505-2E9C-101B-9397-08002B2CF9AE}" pid="4" name="Order">
    <vt:lpwstr>490300.000000000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